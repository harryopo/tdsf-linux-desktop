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solidFill>
            <a:srgbClr val="232428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Linux Desktop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Linux 运维的人机协同可信决策桌面助手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比赛交付版  v1.0.0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2026-07-25  ·  commit bbf6356  ·  tag v1.0.0 已推送 origin/master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14.8万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代码行数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6616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五绿门禁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6968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696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开源复用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项目背景与定位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 运维痛点 → TDSF 解决思路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Linux 运维 4 大痛点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高危命令误操作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 -rf /、chmod 777 等无审批直接执行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幻觉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给出错误命令建议无证据支撑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决策不透明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黑盒模型，证据来源不可追溯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单点依赖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 LLM Provider 故障即全盘失效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188720"/>
            <a:ext cx="5669280" cy="5029200"/>
          </a:xfrm>
          <a:prstGeom prst="rect">
            <a:avLst>
              <a:gd name="adj" fmla="val 90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TDSF 解决思路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178308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CoPilot 模式，87.5% 接受率 &gt; 25% 完全自主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83464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可信决策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 证据理论 + PCR5 融合，6 源证据透明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388620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审批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三态权限（ALWAYS/AUTO/NEVER），主后台解耦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493776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Provider 容错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5303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 Provider 接入，直采+兑底双轨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核心功能矩阵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大模块 · 端到端覆盖 SSH / AI / 安全 / 日志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09728" cy="24688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终端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技术栈：xterm.js + Electerm SFTP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会话复用 + SFTP 双向传输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智能补全 Addon（ghost text）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Frecency 评分 + SQLite 持久化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188720"/>
            <a:ext cx="109728" cy="2468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技术栈：多 Provider + PAOR 循环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 个 Provider 容错接入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PAOR 9 子 Agent 自主循环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CoT 透明化 + Token 可见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94760"/>
            <a:ext cx="109728" cy="2468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3444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高危命令拦截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技术栈：白名单 + ML 风险评分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白名单策略命中即拦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D-S 证据融合风险评分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三态审批 ALWAYS/AUTO/NEVER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794760"/>
            <a:ext cx="109728" cy="2468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3232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技术栈：SELinux audit + journald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4846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Python Sidecar 7932 端口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SELinux AVC 智能解析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5669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journald 全文索引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 · Main Process / Renderer / Python Sidecar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1371600"/>
          </a:xfrm>
          <a:prstGeom prst="rect">
            <a:avLst>
              <a:gd name="adj" fmla="val 3333"/>
            </a:avLst>
          </a:prstGeom>
          <a:solidFill>
            <a:srgbClr val="2D2A4A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Process (Electron Main)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4 步同步铁律 · McpLifecycleHardened 5 阶段状态机 · SFTP 会话复用 · 文件系统/进程管理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20+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606040"/>
            <a:ext cx="365760" cy="274320"/>
          </a:xfrm>
          <a:prstGeom prst="downArrow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971800"/>
            <a:ext cx="11430000" cy="1371600"/>
          </a:xfrm>
          <a:prstGeom prst="rect">
            <a:avLst>
              <a:gd name="adj" fmla="val 3333"/>
            </a:avLst>
          </a:prstGeom>
          <a:solidFill>
            <a:srgbClr val="1A3A4A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Renderer (React + TypeScript)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Zustand store · Monaco Editor (VS Code 同源) · xterm.js 补全 Addon · Tailwind 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4434840"/>
            <a:ext cx="365760" cy="274320"/>
          </a:xfrm>
          <a:prstGeom prst="upDownArrow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4800600"/>
            <a:ext cx="11430000" cy="1554480"/>
          </a:xfrm>
          <a:prstGeom prst="rect">
            <a:avLst>
              <a:gd name="adj" fmla="val 2941"/>
            </a:avLst>
          </a:prstGeom>
          <a:solidFill>
            <a:srgbClr val="1A4A2E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Sidecar (3 进程隔离)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JSON-RPC 通信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983480"/>
            <a:ext cx="1645920" cy="1188720"/>
          </a:xfrm>
          <a:prstGeom prst="rect">
            <a:avLst>
              <a:gd name="adj" fmla="val 3846"/>
            </a:avLst>
          </a:prstGeom>
          <a:solidFill>
            <a:srgbClr val="0F2A1A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349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83880" y="4983480"/>
            <a:ext cx="1645920" cy="1188720"/>
          </a:xfrm>
          <a:prstGeom prst="rect">
            <a:avLst>
              <a:gd name="adj" fmla="val 3846"/>
            </a:avLst>
          </a:prstGeom>
          <a:solidFill>
            <a:srgbClr val="0F2A1A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5349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966960" y="4983480"/>
            <a:ext cx="1645920" cy="1188720"/>
          </a:xfrm>
          <a:prstGeom prst="rect">
            <a:avLst>
              <a:gd name="adj" fmla="val 3846"/>
            </a:avLst>
          </a:prstGeom>
          <a:solidFill>
            <a:srgbClr val="0F2A1A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5349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决策推理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主进程核心能力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同步铁律 · 状态机 · 会话复用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4 步同步铁律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868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validate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入参 schema 校验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73152" cy="868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会话权限校验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73152" cy="868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execute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主逻辑执行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73152" cy="868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审计日志落盘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188720"/>
            <a:ext cx="4023360" cy="5029200"/>
          </a:xfrm>
          <a:prstGeom prst="rect">
            <a:avLst>
              <a:gd name="adj" fmla="val 1136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McpLifecycleHardened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阶段状态机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2103120"/>
            <a:ext cx="228600" cy="228600"/>
          </a:xfrm>
          <a:prstGeom prst="ellipse">
            <a:avLst/>
          </a:prstGeom>
          <a:solidFill>
            <a:srgbClr val="71717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初始化资源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28803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MCP 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6576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11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健康检查通过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443484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389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优雅停止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34840" y="5212080"/>
            <a:ext cx="228600" cy="228600"/>
          </a:xfrm>
          <a:prstGeom prst="ellipse">
            <a:avLst/>
          </a:prstGeom>
          <a:solidFill>
            <a:srgbClr val="71717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5166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验证已退出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0" y="1188720"/>
            <a:ext cx="3429000" cy="5029200"/>
          </a:xfrm>
          <a:prstGeom prst="rect">
            <a:avLst>
              <a:gd name="adj" fmla="val 1333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会话复用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496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Electerm 模块抽取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4964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8239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连接池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2396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SSH 通道多 SFTP 会话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4964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239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2396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大文件分片 + 续传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4964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82396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权限隔离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23960" y="3931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每个会话独立 root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4964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82396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会话保活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23960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KeepAlive 心跳检测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49640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23960" y="5212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路径记忆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2396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最近访问目录缓存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渲染层核心能力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Zustand Store · Monaco · xterm 补全 Addon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Zustand 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会话列表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terminalStore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终端实例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aiStore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对话历史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fileStore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文件树/编辑器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4251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日志分析结果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riskStore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4663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风险评分缓存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5074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cotStore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 证据链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uiStore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5486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主题/布局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2519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Monaco Editor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3484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同源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Monaco内核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3484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多语言高亮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80+ 语言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多标签页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未保存提示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关闭前确认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434840" y="3429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视图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配置对比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34840" y="3840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小地图导航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3484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智能提示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4251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语言服务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3484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快捷键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4663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 兼容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34840" y="5074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查找替换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8932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正则支持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34840" y="5486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多光标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89320" y="5486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批量编辑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381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38160" y="118872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81381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xterm 补全 Addon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21040" y="17830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text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8755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灰色提示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2104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 前缀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875520" y="2194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&lt;1ms 查找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2104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Frecency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875520" y="2606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天半衰期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210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87552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本地持久化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21040" y="3429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2300+ 词条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8755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tldr 数据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21040" y="3840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运维专项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87552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人工兜底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21040" y="4251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延迟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875520" y="4251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&lt;10ms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321040" y="4663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离线可用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875520" y="4663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Token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321040" y="5074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接受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875520" y="5074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 拒绝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321040" y="5486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历史去重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875520" y="5486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频率衰减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Sidecar 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三进程隔离 · stdio JSON-RPC · 端口 7931/7932/7933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 SRE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 Reliability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风险评估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高危命令拦截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D-S 证据理论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PCR5 融合规则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白名单策略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338328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通信协议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· JSON-RPC 2.0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↔ Sidecar 双向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519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1188720"/>
            <a:ext cx="37490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Analytics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5196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Analytics 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日志分析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SELinux audit 解析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journald 索引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正则模式匹配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异常聚类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34840" y="5120640"/>
            <a:ext cx="338328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通信协议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2628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· JSON-RPC 2.0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26280" y="5669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↔ Sidecar 双向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381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1188720"/>
            <a:ext cx="37490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 Agent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3816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:7933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2104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Agent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210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决策推理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PAOR 循环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2104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1248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Plan-Act-Observe-Reflect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9 子 Agent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1248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降级单步计划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0" y="5120640"/>
            <a:ext cx="338328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5166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通信协议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1248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· JSON-RPC 2.0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5669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↔ Sidecar 双向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数据规模与质量门禁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 万行代码 · 1346 测试用例 · 4/5 绿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194560" cy="1097280"/>
          </a:xfrm>
          <a:prstGeom prst="rect">
            <a:avLst>
              <a:gd name="adj" fmla="val 4167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14.8万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代码行数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194560" cy="1097280"/>
          </a:xfrm>
          <a:prstGeom prst="rect">
            <a:avLst>
              <a:gd name="adj" fmla="val 4167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源文件数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2194560" cy="1097280"/>
          </a:xfrm>
          <a:prstGeom prst="rect">
            <a:avLst>
              <a:gd name="adj" fmla="val 4167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1188720"/>
            <a:ext cx="2194560" cy="1097280"/>
          </a:xfrm>
          <a:prstGeom prst="rect">
            <a:avLst>
              <a:gd name="adj" fmla="val 4167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92640" y="1188720"/>
            <a:ext cx="2194560" cy="1097280"/>
          </a:xfrm>
          <a:prstGeom prst="rect">
            <a:avLst>
              <a:gd name="adj" fmla="val 4167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1325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7.25s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9264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测试通过耗时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14600"/>
            <a:ext cx="11430000" cy="3657600"/>
          </a:xfrm>
          <a:prstGeom prst="rect">
            <a:avLst>
              <a:gd name="adj" fmla="val 125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51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五绿门禁（编译验证）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1106424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127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31272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typecheck:node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端类型检查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--noEmit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typecheck:web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4069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端类型检查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--noEmit (Vite)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ESLint + Prettier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 . --max-warnings 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01200" y="4572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5074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单元测试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5074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 run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0" y="5074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绿 (7.25s)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build:win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8328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Forge 构建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2648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 make (Win)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0" y="5577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⏭️ 按惯例跳过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里程碑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bbf6356 · tag 已推送 origin/master · 最新 commit 9451a20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终端智能补全 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+ Frecency + SQLite，零 Token 本地补全，延迟 &lt;10ms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2300+ 词条 + 运维专项兜底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1887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Electerm SFTP 模块抽取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Electerm 开源项目抽取 SFTP 核心，MIT 协议贡献回社区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会话复用 + 断点续传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1887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18872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0" y="1234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logprobs 直采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 provider 直采 + 3/8 provider 兑底，usedLogprobs 字段透明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OpenAI 协议族全覆盖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03320"/>
            <a:ext cx="374904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49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CoT 透明化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251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源证据权重 UI 可见，D-S + PCR5 公式透明展示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最终可信度数值化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577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51960" y="37033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370332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3749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7492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CoPilot 模式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34840" y="4251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87.5% 接受率（论文验证），三态权限审批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348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主对话与后台 Review 解耦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34840" y="5577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38160" y="3703320"/>
            <a:ext cx="3749040" cy="2331720"/>
          </a:xfrm>
          <a:prstGeom prst="rect">
            <a:avLst>
              <a:gd name="adj" fmla="val 1961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703320"/>
            <a:ext cx="374904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3749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6112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PAOR 自主循环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1040" y="4251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Plan-Act-Observe-Reflect，9 子 Agent 编排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21040" y="5074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LLM 不可用降级单步计划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5577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状态：✅ 已交付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技术架构优势总结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 · Token 透明 · 安全红线 · 可审计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终端补全、风险评分、日志分析全本地化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补全延迟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2316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消耗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543800" y="1463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透明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4380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LLM 调用 Token 消耗 UI 可见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logprobs 直采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2104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兑底方案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04120" y="256032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412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usedLogprobs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10412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69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64592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安全红线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45920" y="4526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高危命令白名单 + ML 风险评分双轨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拦截策略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42316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0" name="Text 38"/>
          <p:cNvSpPr/>
          <p:nvPr/>
        </p:nvSpPr>
        <p:spPr>
          <a:xfrm>
            <a:off x="242316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审批模式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0624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审计落盘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0624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6364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069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📜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754380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可审计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543800" y="4526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 + Langfuse 全链路追踪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3796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0" name="Text 48"/>
          <p:cNvSpPr/>
          <p:nvPr/>
        </p:nvSpPr>
        <p:spPr>
          <a:xfrm>
            <a:off x="653796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源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32104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融合规则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2104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PCR5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104120" y="5166360"/>
            <a:ext cx="1645920" cy="8686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6" name="Text 54"/>
          <p:cNvSpPr/>
          <p:nvPr/>
        </p:nvSpPr>
        <p:spPr>
          <a:xfrm>
            <a:off x="10104120" y="5212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循环可追踪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104120" y="5486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PAOR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TDSF Linux Desktop 产品介绍与技术架构</dc:title>
  <dc:subject>PptxGenJS Presentation</dc:subject>
  <dc:creator>TDSF Team</dc:creator>
  <cp:lastModifiedBy>TDSF Team</cp:lastModifiedBy>
  <cp:revision>1</cp:revision>
  <dcterms:created xsi:type="dcterms:W3CDTF">2026-07-25T07:13:29Z</dcterms:created>
  <dcterms:modified xsi:type="dcterms:W3CDTF">2026-07-25T07:13:29Z</dcterms:modified>
</cp:coreProperties>
</file>