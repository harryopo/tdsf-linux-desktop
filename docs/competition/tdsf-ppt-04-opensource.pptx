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103120"/>
            <a:ext cx="10332720" cy="2560320"/>
          </a:xfrm>
          <a:prstGeom prst="rect">
            <a:avLst/>
          </a:prstGeom>
          <a:solidFill>
            <a:srgbClr val="23242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TDSF Linux Desktop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108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开源贡献与复用清单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项复用 · 5 项贡献 · 全量源码分析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复用项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6616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贡献回社区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领域覆盖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69680" y="5029200"/>
            <a:ext cx="246888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5166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86968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安全清单项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项开源复用清单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License 分类 · 覆盖 6 大领域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11430000" cy="914400"/>
          </a:xfrm>
          <a:prstGeom prst="rect">
            <a:avLst>
              <a:gd name="adj" fmla="val 500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License 分布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2194560" cy="6400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3258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49040" y="1325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280160"/>
            <a:ext cx="2194560" cy="6400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3258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Apache-2.0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325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223760" y="1280160"/>
            <a:ext cx="2194560" cy="6400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13258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3920" y="1325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0" y="1280160"/>
            <a:ext cx="2194560" cy="64008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0" y="13258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881360" y="13258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11430000" cy="3931920"/>
          </a:xfrm>
          <a:prstGeom prst="rect">
            <a:avLst>
              <a:gd name="adj" fmla="val 1163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39572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239572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23957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License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239572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12280" y="239572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2788920"/>
            <a:ext cx="11064240" cy="164592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7980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51560" y="2798064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xterm.js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94760" y="279806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66360" y="279806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Terminal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812280" y="2798064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终端核心渲染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4360" y="298551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1560" y="298551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Monaco Editor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94760" y="2985516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66360" y="298551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Editor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12280" y="2985516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代码编辑器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8640" y="3163824"/>
            <a:ext cx="11064240" cy="164592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317296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51560" y="317296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Electerm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94760" y="317296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66360" y="317296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SSH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12280" y="3172968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SFTP 模块抽取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4360" y="336042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51560" y="336042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794760" y="336042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66360" y="336042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12280" y="3360420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组件框架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" y="3538728"/>
            <a:ext cx="11064240" cy="164592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" y="3547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51560" y="354787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794760" y="354787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Apache-2.0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166360" y="354787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12280" y="354787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类型系统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94360" y="37353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51560" y="3735324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Zustand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94760" y="373532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166360" y="373532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812280" y="3735324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48640" y="3913632"/>
            <a:ext cx="11064240" cy="164592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61" name="Text 59"/>
          <p:cNvSpPr/>
          <p:nvPr/>
        </p:nvSpPr>
        <p:spPr>
          <a:xfrm>
            <a:off x="594360" y="392277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051560" y="392277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794760" y="3922776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166360" y="392277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Style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812280" y="3922776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样式框架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94360" y="411022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51560" y="411022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794760" y="411022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166360" y="411022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Desktop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812280" y="4110228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桌面框架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48640" y="4288536"/>
            <a:ext cx="11064240" cy="164592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72" name="Text 70"/>
          <p:cNvSpPr/>
          <p:nvPr/>
        </p:nvSpPr>
        <p:spPr>
          <a:xfrm>
            <a:off x="594360" y="429768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051560" y="429768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3794760" y="429768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166360" y="429768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812280" y="4297680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构建工具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94360" y="448513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051560" y="448513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Vitest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3794760" y="448513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166360" y="448513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812280" y="448513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测试框架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48640" y="4663440"/>
            <a:ext cx="11064240" cy="164592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83" name="Text 81"/>
          <p:cNvSpPr/>
          <p:nvPr/>
        </p:nvSpPr>
        <p:spPr>
          <a:xfrm>
            <a:off x="594360" y="46725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051560" y="4672584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ESLint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3794760" y="467258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166360" y="467258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812280" y="4672584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代码检查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94360" y="486003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051560" y="486003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OpenTelemetry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3794760" y="4860036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Apache-2.0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5166360" y="486003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812280" y="4860036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链路追踪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548640" y="5038344"/>
            <a:ext cx="11064240" cy="164592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94" name="Text 92"/>
          <p:cNvSpPr/>
          <p:nvPr/>
        </p:nvSpPr>
        <p:spPr>
          <a:xfrm>
            <a:off x="594360" y="504748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1051560" y="504748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Langfuse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794760" y="504748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166360" y="504748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6812280" y="5047488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可观测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94360" y="52349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1051560" y="5234940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tldr-pages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3794760" y="5234940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166360" y="523494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6812280" y="5234940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命令词条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548640" y="5413248"/>
            <a:ext cx="11064240" cy="164592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105" name="Text 103"/>
          <p:cNvSpPr/>
          <p:nvPr/>
        </p:nvSpPr>
        <p:spPr>
          <a:xfrm>
            <a:off x="594360" y="542239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1051560" y="5422392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jaywcjlove/cmd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3794760" y="542239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166360" y="5422392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6812280" y="5422392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中文命令字典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594360" y="560984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1051560" y="5609844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pyzmq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3794760" y="5609844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BSD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5166360" y="56098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IPC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6812280" y="5609844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通信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548640" y="5788152"/>
            <a:ext cx="11064240" cy="164592"/>
          </a:xfrm>
          <a:prstGeom prst="rect">
            <a:avLst/>
          </a:prstGeom>
          <a:solidFill>
            <a:srgbClr val="1F1F23"/>
          </a:solidFill>
          <a:ln/>
        </p:spPr>
      </p:sp>
      <p:sp>
        <p:nvSpPr>
          <p:cNvPr id="116" name="Text 114"/>
          <p:cNvSpPr/>
          <p:nvPr/>
        </p:nvSpPr>
        <p:spPr>
          <a:xfrm>
            <a:off x="594360" y="5797296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1051560" y="5797296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cryptography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3794760" y="5797296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Apache-2.0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5166360" y="57972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Crypto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6812280" y="5797296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加密库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594360" y="5984748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1051560" y="598474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is-wsl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3794760" y="5984748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800" dirty="0"/>
          </a:p>
        </p:txBody>
      </p:sp>
      <p:sp>
        <p:nvSpPr>
          <p:cNvPr id="124" name="Text 122"/>
          <p:cNvSpPr/>
          <p:nvPr/>
        </p:nvSpPr>
        <p:spPr>
          <a:xfrm>
            <a:off x="5166360" y="59847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Util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6812280" y="5984748"/>
            <a:ext cx="4754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WSL 检测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8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项 MIT 协议贡献回社区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自研模块开源 · MIT 协议 · 可独立使用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749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234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McpLifecycleHardened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阶段状态机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 生命周期管理，5 阶段状态机 + 3 类错误恢复 + 健康检查 PID 验证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Init/Starting/Ready/Stopping/Stopped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健康检查 + PID 验证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3 类错误恢复策略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51960" y="1188720"/>
            <a:ext cx="374904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1188720"/>
            <a:ext cx="374904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43484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37760" y="1234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Trie+Frecency Engine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348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终端补全引擎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43484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Trie 前缀查找 + Frecency 半衰期评分 + SQLite 持久化，延迟 &lt;10ms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4840" y="2880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技术要点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31089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O(L) 查找复杂度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434840" y="32918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7 天 Frecency 衰减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434840" y="34747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零 Token 本地化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38160" y="1188720"/>
            <a:ext cx="374904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188720"/>
            <a:ext cx="37490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823960" y="1234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D-S+PCR5 Impl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210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可信度算法实现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21040" y="20574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Dempster-Shafer 证据理论 + PCR5 融合规则的工程化实现，6 源证据融合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321040" y="28803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技术要点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321040" y="31089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论文：Smets 2007 / Martin 2007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21040" y="32918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6 源证据融合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321040" y="34747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PCR5 冲突分配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3794760"/>
            <a:ext cx="374904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794760"/>
            <a:ext cx="3749040" cy="4572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5156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Electerm SFTP Module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SFTP 模块抽取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46634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Electerm 开源项目抽取 SFTP 核心，会话复用 + 断点续传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5486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技术要点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8640" y="57150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连接池复用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8640" y="58978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大文件分片续传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" y="60807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MIT 协议开源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251960" y="3794760"/>
            <a:ext cx="374904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51960" y="3794760"/>
            <a:ext cx="3749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4434840" y="38404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493776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PAOR Framework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43484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PAOR 自主循环框架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434840" y="466344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Plan-Act-Observe-Reflect 自主循环框架，9 子 Agent 编排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434840" y="54864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技术要点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434840" y="57150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9 子 Agent 协作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434840" y="58978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降级单步计划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434840" y="60807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循环审计可追踪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8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自研开源模块详解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McpLifecycleHardened · 5 阶段 + 3 类恢复 + 健康检查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11430000" cy="2103120"/>
          </a:xfrm>
          <a:prstGeom prst="rect">
            <a:avLst>
              <a:gd name="adj" fmla="val 2174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5 阶段状态机流转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011680" cy="1005840"/>
          </a:xfrm>
          <a:prstGeom prst="rect">
            <a:avLst/>
          </a:prstGeom>
          <a:solidFill>
            <a:srgbClr val="0F0F12"/>
          </a:solidFill>
          <a:ln w="19050">
            <a:solidFill>
              <a:srgbClr val="717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初始化资源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阶段 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06040" y="2103120"/>
            <a:ext cx="137160" cy="182880"/>
          </a:xfrm>
          <a:prstGeom prst="rightArrow">
            <a:avLst/>
          </a:prstGeom>
          <a:solidFill>
            <a:srgbClr val="818CF8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8920" y="1691640"/>
            <a:ext cx="2011680" cy="1005840"/>
          </a:xfrm>
          <a:prstGeom prst="rect">
            <a:avLst/>
          </a:prstGeom>
          <a:solidFill>
            <a:srgbClr val="0F0F1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8892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server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88920" y="2468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阶段 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46320" y="2103120"/>
            <a:ext cx="137160" cy="182880"/>
          </a:xfrm>
          <a:prstGeom prst="rightArrow">
            <a:avLst/>
          </a:prstGeom>
          <a:solidFill>
            <a:srgbClr val="818CF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1691640"/>
            <a:ext cx="2011680" cy="1005840"/>
          </a:xfrm>
          <a:prstGeom prst="rect">
            <a:avLst/>
          </a:prstGeom>
          <a:solidFill>
            <a:srgbClr val="0F0F12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健康检查通过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2468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阶段 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086600" y="2103120"/>
            <a:ext cx="137160" cy="182880"/>
          </a:xfrm>
          <a:prstGeom prst="rightArrow">
            <a:avLst/>
          </a:prstGeom>
          <a:solidFill>
            <a:srgbClr val="818CF8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9480" y="1691640"/>
            <a:ext cx="2011680" cy="1005840"/>
          </a:xfrm>
          <a:prstGeom prst="rect">
            <a:avLst/>
          </a:prstGeom>
          <a:solidFill>
            <a:srgbClr val="0F0F1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Stopping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6948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优雅停止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69480" y="2468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阶段 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326880" y="2103120"/>
            <a:ext cx="137160" cy="182880"/>
          </a:xfrm>
          <a:prstGeom prst="rightArrow">
            <a:avLst/>
          </a:prstGeom>
          <a:solidFill>
            <a:srgbClr val="818CF8"/>
          </a:solidFill>
          <a:ln/>
        </p:spPr>
      </p:sp>
      <p:sp>
        <p:nvSpPr>
          <p:cNvPr id="28" name="Shape 26"/>
          <p:cNvSpPr/>
          <p:nvPr/>
        </p:nvSpPr>
        <p:spPr>
          <a:xfrm>
            <a:off x="9509760" y="1691640"/>
            <a:ext cx="2011680" cy="1005840"/>
          </a:xfrm>
          <a:prstGeom prst="rect">
            <a:avLst/>
          </a:prstGeom>
          <a:solidFill>
            <a:srgbClr val="0F0F12"/>
          </a:solidFill>
          <a:ln w="19050">
            <a:solidFill>
              <a:srgbClr val="7171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976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Stopped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509760" y="2194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验证退出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509760" y="2468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7171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阶段 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" y="27889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状态机：单向流转，禁止跨阶段跳跃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429000"/>
            <a:ext cx="5669280" cy="2788920"/>
          </a:xfrm>
          <a:prstGeom prst="rect">
            <a:avLst>
              <a:gd name="adj" fmla="val 163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520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🛠️ 3 类错误恢复策略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3931920"/>
            <a:ext cx="9144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931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启动失败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1520" y="4206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Init→Starting 失败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383280" y="3977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回滚资源 + 退出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663440"/>
            <a:ext cx="914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663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健康检查失败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" y="49377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状态失活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4709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 Stopping 重启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8640" y="5394960"/>
            <a:ext cx="9144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394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停止超时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31520" y="56692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Stopping 超时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83280" y="5440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SIGKILL + PID 验证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72200" y="3429000"/>
            <a:ext cx="5669280" cy="2788920"/>
          </a:xfrm>
          <a:prstGeom prst="rect">
            <a:avLst>
              <a:gd name="adj" fmla="val 1639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520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❤️ 健康检查 PID 验证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355080" y="3931920"/>
            <a:ext cx="256032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3977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检查频率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52360" y="3977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每 5s 一次心跳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052560" y="3931920"/>
            <a:ext cx="256032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3" name="Text 51"/>
          <p:cNvSpPr/>
          <p:nvPr/>
        </p:nvSpPr>
        <p:spPr>
          <a:xfrm>
            <a:off x="9052560" y="3977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校验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149840" y="3977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process.kill(pid, 0)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355080" y="4572000"/>
            <a:ext cx="256032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6" name="Text 54"/>
          <p:cNvSpPr/>
          <p:nvPr/>
        </p:nvSpPr>
        <p:spPr>
          <a:xfrm>
            <a:off x="6355080" y="4617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端口探测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52360" y="4617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7931/7932/7933 全部响应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9052560" y="4572000"/>
            <a:ext cx="256032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9" name="Text 57"/>
          <p:cNvSpPr/>
          <p:nvPr/>
        </p:nvSpPr>
        <p:spPr>
          <a:xfrm>
            <a:off x="9052560" y="4617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响应超时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149840" y="4617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&gt;3s 标记失活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55080" y="5212080"/>
            <a:ext cx="256032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62" name="Text 60"/>
          <p:cNvSpPr/>
          <p:nvPr/>
        </p:nvSpPr>
        <p:spPr>
          <a:xfrm>
            <a:off x="6355080" y="5257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失活处理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52360" y="5257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触发 Stopping 流程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052560" y="5212080"/>
            <a:ext cx="2560320" cy="54864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65" name="Text 63"/>
          <p:cNvSpPr/>
          <p:nvPr/>
        </p:nvSpPr>
        <p:spPr>
          <a:xfrm>
            <a:off x="9052560" y="5257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 复用防护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149840" y="5257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启动时记录 start time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8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安全红线（F1）· Stars&lt;1k 必查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项清单 · 防供应链投毒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1143000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07008"/>
            <a:ext cx="11247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任何 Stars&lt;1k 的依赖，引入前必须完成 10 项检查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5715000" cy="777240"/>
          </a:xfrm>
          <a:prstGeom prst="rect">
            <a:avLst>
              <a:gd name="adj" fmla="val 588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65960"/>
            <a:ext cx="228600" cy="2286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License 合规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MIT/Apache-2.0/BSD/ISC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已检查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715000" cy="777240"/>
          </a:xfrm>
          <a:prstGeom prst="rect">
            <a:avLst>
              <a:gd name="adj" fmla="val 588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96596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首次 commit 时间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20840" y="2103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&gt;1 年前更可信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835640" y="18745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已检查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60320"/>
            <a:ext cx="5715000" cy="777240"/>
          </a:xfrm>
          <a:prstGeom prst="rect">
            <a:avLst>
              <a:gd name="adj" fmla="val 588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83464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最近 commit 时间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&lt;6 个月内活跃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已检查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63640" y="2560320"/>
            <a:ext cx="5715000" cy="777240"/>
          </a:xfrm>
          <a:prstGeom prst="rect">
            <a:avLst>
              <a:gd name="adj" fmla="val 588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2834640"/>
            <a:ext cx="228600" cy="228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2651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README 质量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2971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完整文档 + 示例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3564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已检查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429000"/>
            <a:ext cx="5715000" cy="777240"/>
          </a:xfrm>
          <a:prstGeom prst="rect">
            <a:avLst>
              <a:gd name="adj" fmla="val 588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703320"/>
            <a:ext cx="228600" cy="2286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Issue 活跃度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响应率 &gt;50%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已检查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3429000"/>
            <a:ext cx="5715000" cy="777240"/>
          </a:xfrm>
          <a:prstGeom prst="rect">
            <a:avLst>
              <a:gd name="adj" fmla="val 588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0" y="370332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3520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preinstall 脚本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2084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禁用，白名单审查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35640" y="3611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已检查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297680"/>
            <a:ext cx="5715000" cy="777240"/>
          </a:xfrm>
          <a:prstGeom prst="rect">
            <a:avLst>
              <a:gd name="adj" fmla="val 588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57200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隐藏二进制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scan binary files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37760" y="4480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已检查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63640" y="4297680"/>
            <a:ext cx="5715000" cy="777240"/>
          </a:xfrm>
          <a:prstGeom prst="rect">
            <a:avLst>
              <a:gd name="adj" fmla="val 588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457200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6720840" y="4389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C2 外连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720840" y="4709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网络抓包验证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835640" y="4480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已检查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5166360"/>
            <a:ext cx="5715000" cy="777240"/>
          </a:xfrm>
          <a:prstGeom prst="rect">
            <a:avLst>
              <a:gd name="adj" fmla="val 588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2920" y="544068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0" name="Text 48"/>
          <p:cNvSpPr/>
          <p:nvPr/>
        </p:nvSpPr>
        <p:spPr>
          <a:xfrm>
            <a:off x="822960" y="5257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异常 tag 数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22960" y="5577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&lt;10 个稳定版本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37760" y="5349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已检查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63640" y="5166360"/>
            <a:ext cx="5715000" cy="777240"/>
          </a:xfrm>
          <a:prstGeom prst="rect">
            <a:avLst>
              <a:gd name="adj" fmla="val 588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00800" y="544068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6720840" y="5257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可疑维护者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20840" y="5577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邮箱/组织核验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835640" y="5349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已检查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6172200"/>
            <a:ext cx="11430000" cy="320040"/>
          </a:xfrm>
          <a:prstGeom prst="rect">
            <a:avLst/>
          </a:prstGeom>
          <a:solidFill>
            <a:srgbClr val="2A1F0F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619048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TDSF v1.0.0 所有 18 项依赖均通过 10 项检查 · 检查记录归档 opensource-reference/audit/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8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复用方式分级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直接复用 / 适配复用 / 参考实现 · 三级策略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74904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直接复用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install 直接安装，无修改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01168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组件框架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Zustand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66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69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4069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452628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720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ESLint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4572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502920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074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xterm.js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0" y="50749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" y="553212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5577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Monaco Editor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43200" y="5577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编辑器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51960" y="1188720"/>
            <a:ext cx="37490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8" name="Text 36"/>
          <p:cNvSpPr/>
          <p:nvPr/>
        </p:nvSpPr>
        <p:spPr>
          <a:xfrm>
            <a:off x="443484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02920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适配复用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9516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项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fork + 改造，保留协议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34840" y="201168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3" name="Text 41"/>
          <p:cNvSpPr/>
          <p:nvPr/>
        </p:nvSpPr>
        <p:spPr>
          <a:xfrm>
            <a:off x="452628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Electerm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SFTP 模块抽取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34840" y="251460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6" name="Text 44"/>
          <p:cNvSpPr/>
          <p:nvPr/>
        </p:nvSpPr>
        <p:spPr>
          <a:xfrm>
            <a:off x="452628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tldr-pages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2940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词条筛选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34840" y="301752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9" name="Text 47"/>
          <p:cNvSpPr/>
          <p:nvPr/>
        </p:nvSpPr>
        <p:spPr>
          <a:xfrm>
            <a:off x="45262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jaywcjlove/cmd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2940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中文化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1381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138160" y="1188720"/>
            <a:ext cx="3749040" cy="6400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53" name="Text 51"/>
          <p:cNvSpPr/>
          <p:nvPr/>
        </p:nvSpPr>
        <p:spPr>
          <a:xfrm>
            <a:off x="832104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891540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参考实现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0881360" y="1325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项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91540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 source，自研实现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321040" y="201168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8" name="Text 56"/>
          <p:cNvSpPr/>
          <p:nvPr/>
        </p:nvSpPr>
        <p:spPr>
          <a:xfrm>
            <a:off x="8412480" y="2057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McpLifecycleHardened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51560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参考生命周期模式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321040" y="251460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61" name="Text 59"/>
          <p:cNvSpPr/>
          <p:nvPr/>
        </p:nvSpPr>
        <p:spPr>
          <a:xfrm>
            <a:off x="841248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Trie+Frecency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10515600" y="2560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参考算法论文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321040" y="3017520"/>
            <a:ext cx="3383280" cy="4572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64" name="Text 62"/>
          <p:cNvSpPr/>
          <p:nvPr/>
        </p:nvSpPr>
        <p:spPr>
          <a:xfrm>
            <a:off x="8412480" y="3063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D-S+PCR5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051560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参考论文实现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8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风险控制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License 黑名单 · 敏感文件 redact · 网络请求透明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374904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License 黑名单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严格审查，参赛项目避免 AGPL 传染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octoagent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SSPL 严格审查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Daytona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AGPL 严格审查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其他 AGPL/SSPL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526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一律不引入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商用 License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禁止使用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519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1188720"/>
            <a:ext cx="374904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43484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02920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敏感文件 redact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34840" y="19659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发送前自动脱敏，防泄漏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34840" y="260604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2628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环境变量脱敏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4840" y="338328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2" name="Text 30"/>
          <p:cNvSpPr/>
          <p:nvPr/>
        </p:nvSpPr>
        <p:spPr>
          <a:xfrm>
            <a:off x="452628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.ssh/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2628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私钥目录脱敏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434840" y="416052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5" name="Text 33"/>
          <p:cNvSpPr/>
          <p:nvPr/>
        </p:nvSpPr>
        <p:spPr>
          <a:xfrm>
            <a:off x="452628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*_key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526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密钥文件脱敏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434840" y="493776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*.pem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2628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证书文件脱敏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138160" y="1188720"/>
            <a:ext cx="3749040" cy="5029200"/>
          </a:xfrm>
          <a:prstGeom prst="rect">
            <a:avLst>
              <a:gd name="adj" fmla="val 1220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1188720"/>
            <a:ext cx="374904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8321040" y="1280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891540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网络请求透明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321040" y="19659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所有网络请求 UI 可见，用户知情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21040" y="260604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6" name="Text 44"/>
          <p:cNvSpPr/>
          <p:nvPr/>
        </p:nvSpPr>
        <p:spPr>
          <a:xfrm>
            <a:off x="841248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 调用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412480" y="2971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计数实时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321040" y="338328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0" y="3429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遥测上报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412480" y="3749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可一键关闭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21040" y="416052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2" name="Text 50"/>
          <p:cNvSpPr/>
          <p:nvPr/>
        </p:nvSpPr>
        <p:spPr>
          <a:xfrm>
            <a:off x="8412480" y="4206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Sidecar 通信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412480" y="4526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stdio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321040" y="4937760"/>
            <a:ext cx="3383280" cy="685800"/>
          </a:xfrm>
          <a:prstGeom prst="rect">
            <a:avLst/>
          </a:prstGeom>
          <a:solidFill>
            <a:srgbClr val="0F0F12"/>
          </a:solidFill>
          <a:ln/>
        </p:spPr>
      </p:sp>
      <p:sp>
        <p:nvSpPr>
          <p:cNvPr id="55" name="Text 53"/>
          <p:cNvSpPr/>
          <p:nvPr/>
        </p:nvSpPr>
        <p:spPr>
          <a:xfrm>
            <a:off x="8412480" y="4983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崩溃日志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412480" y="5303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本地落盘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8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开源精神总结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不重复造轮子 · 全量源码分析 · 5 项贡献回社区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8872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1371600" cy="24688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63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♻️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92024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不重复造轮子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2024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A8 硬约束，凡有成熟 MIT 库一律复用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3774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项依赖均严格审查 License 后引入，自研仅 5 项核心模块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118872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188720"/>
            <a:ext cx="1371600" cy="24688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463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263640" y="2286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818120" y="13716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全量源码分析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812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clone 到 opensource-reference/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18120" y="23774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所有依赖源码本地留存，可追溯、可审计、可二次开发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794760"/>
            <a:ext cx="1371600" cy="2468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069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920240" y="3977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复用清单维护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920240" y="4434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维护进开发文档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920240" y="49834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每项依赖：版本/License/用途/检查记录全归档，每次升级同步更新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3794760"/>
            <a:ext cx="5715000" cy="2468880"/>
          </a:xfrm>
          <a:prstGeom prst="rect">
            <a:avLst>
              <a:gd name="adj" fmla="val 1852"/>
            </a:avLst>
          </a:prstGeom>
          <a:solidFill>
            <a:srgbClr val="232428"/>
          </a:solidFill>
          <a:ln w="6350">
            <a:solidFill>
              <a:srgbClr val="3F3F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3794760"/>
            <a:ext cx="1371600" cy="2468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4069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263640" y="489204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🎁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7818120" y="3977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项贡献回社区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818120" y="4434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协议开源，可独立使用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818120" y="49834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1A1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McpLifecycleHardened / Trie+Frecency / D-S+PCR5 / Electerm SFTP / PAOR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37336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🏆 站在巨人肩膀上 · 把自研留给真正缺失的部分 · 把贡献还给社区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82880" y="65379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8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515600" y="65379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171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· 2026-07-25 · TDSF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TDSF Linux Desktop 开源贡献与复用清单</dc:title>
  <dc:subject>PptxGenJS Presentation</dc:subject>
  <dc:creator>TDSF Team</dc:creator>
  <cp:lastModifiedBy>TDSF Team</cp:lastModifiedBy>
  <cp:revision>1</cp:revision>
  <dcterms:created xsi:type="dcterms:W3CDTF">2026-07-25T07:13:29Z</dcterms:created>
  <dcterms:modified xsi:type="dcterms:W3CDTF">2026-07-25T07:13:29Z</dcterms:modified>
</cp:coreProperties>
</file>