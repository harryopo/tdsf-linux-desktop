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solidFill>
            <a:srgbClr val="23242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TDSF Linux Desktop Demo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演示流程 · 9 步主路径 · 5:00 总时长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段均分（每段 50s） · 桌面端 1920×1080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5:00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6616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总时长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6968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1920×1080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86968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分辨率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9 步主路径概览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→ 连接 → 命令 → AI → 拦截 → CoT → 日志 → 编辑 → 退出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1234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11430000" cy="45720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启动应用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 TDSF.exe → BootPage loading → /workbench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38160" y="1737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783080"/>
            <a:ext cx="2606040" cy="292608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18013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 连接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2240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服务器选择器 → 输入密码 → 连接成功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240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2286000"/>
            <a:ext cx="2606040" cy="29260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23042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697480"/>
            <a:ext cx="11430000" cy="45720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终端命令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 -h → Tab 补全 → ghost text → Enter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98280" y="2788920"/>
            <a:ext cx="2606040" cy="2926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9098280" y="2807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0896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@mention → 分析磁盘占用 → AI 返回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98280" y="3291840"/>
            <a:ext cx="2606040" cy="29260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7" name="Text 35"/>
          <p:cNvSpPr/>
          <p:nvPr/>
        </p:nvSpPr>
        <p:spPr>
          <a:xfrm>
            <a:off x="9098280" y="33101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703320"/>
            <a:ext cx="11430000" cy="45720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高危拦截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108960" y="3749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-rf / → 拦截弹窗 → 风险评分 → 拒绝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3816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98280" y="3794760"/>
            <a:ext cx="260604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9098280" y="38130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CoT 透明化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108960" y="4251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 CoT 面板 → 6 源证据 → 0.82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38160" y="4251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098280" y="4297680"/>
            <a:ext cx="260604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9098280" y="43159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4709160"/>
            <a:ext cx="11430000" cy="45720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754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14400" y="4754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日志分析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10896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/logs → SELinux audit → 拖入分析 → 7932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138160" y="4754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098280" y="4800600"/>
            <a:ext cx="260604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9098280" y="48188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5257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14400" y="5257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文件编辑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108960" y="5257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FileTree → sshd_config → Monaco 编辑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138160" y="5257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098280" y="5303520"/>
            <a:ext cx="2606040" cy="2926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3" name="Text 61"/>
          <p:cNvSpPr/>
          <p:nvPr/>
        </p:nvSpPr>
        <p:spPr>
          <a:xfrm>
            <a:off x="9098280" y="53218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5715000"/>
            <a:ext cx="11430000" cy="45720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5760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14400" y="5760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保存退出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108960" y="5760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Ctrl+S → 全部保存 → 关闭确认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138160" y="5760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9098280" y="5806440"/>
            <a:ext cx="2606040" cy="292608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70" name="Text 68"/>
          <p:cNvSpPr/>
          <p:nvPr/>
        </p:nvSpPr>
        <p:spPr>
          <a:xfrm>
            <a:off x="9098280" y="58247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2" name="Text 70"/>
          <p:cNvSpPr/>
          <p:nvPr/>
        </p:nvSpPr>
        <p:spPr>
          <a:xfrm>
            <a:off x="457200" y="62819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108960" y="628192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步主路径全程演示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138160" y="628192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9098280" y="628192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8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时间预算与设备要求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5:00 总时长 · 6 段均分 · 桌面端 1920×1080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 时间预算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91440" cy="640080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启动+连接+命令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0:00 - 0:50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0" y="1783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783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步合并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96312"/>
            <a:ext cx="91440" cy="6400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96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0:50 - 1:40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24963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24963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09544"/>
            <a:ext cx="9144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095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高危拦截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529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1:40 - 2:30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32095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32095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922776"/>
            <a:ext cx="914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227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CoT 透明化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242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2:30 - 3:20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08960" y="392277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34840" y="39227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636008"/>
            <a:ext cx="9144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636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日志分析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956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3:20 - 4:10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08960" y="46360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34840" y="46360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 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349240"/>
            <a:ext cx="9144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349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文件编辑+退出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4:10 - 5:00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08960" y="5349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434840" y="5349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 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设备与环境要求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55080" y="1783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294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演示设备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 Windows 10/11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22219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29400" y="2221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屏幕分辨率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86800" y="22219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1920 × 1080（必填）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55080" y="26609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29400" y="26609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缩放比例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686800" y="26609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100%（避免 UI 错位）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30998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629400" y="30998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TDSF 版本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86800" y="30998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v1.0.0（commit bbf6356）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55080" y="3538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629400" y="3538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网络要求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686800" y="3538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稳定外网（LLM API 必备）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3977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62940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远程 VM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68680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22.04 / CentOS 9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55080" y="44165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29400" y="4416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 凭据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686800" y="44165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预置演示账号 tdsf-demo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355080" y="48554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629400" y="48554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Provider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686800" y="48554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主：deepseek；备：qwen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55080" y="52943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629400" y="52943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预算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686800" y="52943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万 Token 全程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355080" y="57332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629400" y="57332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备份方案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686800" y="5733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ollama 离线兜底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8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1-3 详细脚本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/ SSH 连接 / 终端命令 · 合计 50s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161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屏幕内容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402336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2161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188720"/>
            <a:ext cx="228600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216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0" y="1188720"/>
            <a:ext cx="128016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0" y="1216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11430000" cy="365760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 · 启动应用（10s）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384048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48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双击 TDSF.exe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BootPage loading 出现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进度条 0% → 100%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自动跳转 /workbench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2103120"/>
            <a:ext cx="40233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1488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演示开始。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 TDSF Linux Desktop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比赛交付版。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启动加载约 3 秒。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0" y="2103120"/>
            <a:ext cx="228600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148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鼠标双击图标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BootPage 完成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自动进入工作台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515600" y="2103120"/>
            <a:ext cx="12801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1488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 · SSH 连接（15s）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384048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03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服务器选择器弹出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列表中选 tdsf-demo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密码输入框聚焦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终端显示 ready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3657600"/>
            <a:ext cx="40233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3703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现在连接演示服务器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22.04 远程 VM。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凭据已预置。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 通道建立成功。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0" y="3657600"/>
            <a:ext cx="228600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7033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点击服务器列表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输入密码（掩码）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 确认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ready 提示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15600" y="3657600"/>
            <a:ext cx="12801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0" y="37033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800600"/>
            <a:ext cx="1143000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 · 终端命令（25s）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5212080"/>
            <a:ext cx="384048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257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 df -h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触发补全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显示 ghost text 建议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执行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输出磁盘占用表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06240" y="5212080"/>
            <a:ext cx="40233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52578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演示智能补全：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df - 时，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Trie 给出 -h 建议，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 &lt;10ms，零 Token。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29600" y="5212080"/>
            <a:ext cx="228600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52578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键入 df -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Tab 接受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Enter 执行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查看输出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515600" y="5212080"/>
            <a:ext cx="12801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07040" y="52578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4-6 详细脚本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 / 高危拦截 / CoT 透明化 · 每步 50s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161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屏幕内容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402336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2161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188720"/>
            <a:ext cx="228600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216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0" y="1188720"/>
            <a:ext cx="128016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0" y="1216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11430000" cy="3657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4 · AI 对话（50s）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384048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48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@mention 弹出文件选择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选中 /var/log/syslog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输入「分析磁盘占用」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流式返回分析结果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计数器更新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2103120"/>
            <a:ext cx="40233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1488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演示人机协同：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@mention 关联 syslog，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提问磁盘占用分析。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通过 deepseek 流式返回。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透明可见。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0" y="2103120"/>
            <a:ext cx="228600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148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 触发文件选择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 syslog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输入问题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 提交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查看流式响应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515600" y="2103120"/>
            <a:ext cx="12801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1488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5 · 高危拦截（50s）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384048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03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 rm -rf 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拦截弹窗立即弹出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显示风险评分 0.92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源证据权重展示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用户点击「拒绝」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3657600"/>
            <a:ext cx="40233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3703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演示安全红线：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-rf / 触发拦截，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D-S 证据融合给出 0.92 高危分。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三态审批 ALWAYS/AUTO/NEVER，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本次选择「拒绝」。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0" y="3657600"/>
            <a:ext cx="228600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7033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键入 rm -rf 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等待拦截弹窗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查看风险评分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点击拒绝按钮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15600" y="3657600"/>
            <a:ext cx="12801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0" y="37033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800600"/>
            <a:ext cx="114300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6 · CoT 透明化（50s）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5212080"/>
            <a:ext cx="384048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257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展开 CoT 面板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源证据列表显示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每源权重 0-1.0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显示 D-S + PCR5 公式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最终可信度 0.82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06240" y="5212080"/>
            <a:ext cx="40233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52578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演示决策透明：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 CoT 面板，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源证据权重可见，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D-S + PCR5 融合规则透明展示，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最终可信度 0.82 数值化。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29600" y="5212080"/>
            <a:ext cx="228600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52578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 CoT 展开按钮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滚动查看证据列表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查看融合公式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查看最终可信度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515600" y="5212080"/>
            <a:ext cx="12801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07040" y="52578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7-9 详细脚本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日志分析 / 文件编辑 / 保存退出 · 每步 50s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161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屏幕内容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402336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2161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188720"/>
            <a:ext cx="228600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216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0" y="1188720"/>
            <a:ext cx="128016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0" y="1216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114300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7 · 日志分析（50s）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384048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48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切换到 /logs 页面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选择 SELinux audit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拖入 audit.log 文件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Sidecar :7932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返回分析报告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2103120"/>
            <a:ext cx="40233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1488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演示日志分析：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 /logs 页面，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拖入 SELinux audit 日志，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Sidecar 7932 端口处理，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 AVC 智能解析报告。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0" y="2103120"/>
            <a:ext cx="228600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1488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 /logs 标签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SELinux 类型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拖入文件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等待分析完成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515600" y="2103120"/>
            <a:ext cx="12801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1488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8 · 文件编辑（50s）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384048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03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FileTree 展开 /etc/ssh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双击 sshd_config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Monaco 编辑器加载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修改 Port 22 → 2222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语法高亮 + Minimap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3657600"/>
            <a:ext cx="40233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3703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演示文件编辑：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FileTree 双击 sshd_config，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Monaco 编辑器加载（VS Code 同源），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 SSH 端口示例。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语法高亮 + Minimap 导航。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0" y="3657600"/>
            <a:ext cx="228600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7033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 FileTree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 sshd_config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Port 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修改端口号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15600" y="3657600"/>
            <a:ext cx="12801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0" y="37033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800600"/>
            <a:ext cx="11430000" cy="365760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9 · 保存退出（50s）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5212080"/>
            <a:ext cx="384048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257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Ctrl+S 触发保存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显示「全部保存」按钮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点击全部保存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关闭未保存确认 Modal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应用退出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06240" y="5212080"/>
            <a:ext cx="40233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52578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演示保存退出：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Ctrl+S 保存当前文件，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点击「全部保存」批量保存，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关闭时未保存文件弹出确认 Modal，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用户确认后应用退出。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29600" y="5212080"/>
            <a:ext cx="228600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52578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Ctrl+S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点击全部保存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关闭应用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处理确认 Modal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515600" y="5212080"/>
            <a:ext cx="1280160" cy="1097280"/>
          </a:xfrm>
          <a:prstGeom prst="rect">
            <a:avLst/>
          </a:prstGeom>
          <a:solidFill>
            <a:srgbClr val="1F1F23"/>
          </a:solidFill>
          <a:ln w="3810">
            <a:solidFill>
              <a:srgbClr val="3F3F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07040" y="52578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关键交互点演示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鼠标划选 @注入 · HITL 三态审批 · Token 透明化面板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749040" cy="6400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🖱️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鼠标划选 → @命令注入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终端输出文本划选后弹出 @mention 浮窗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679192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06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鼠标划选终端输出片段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456432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浮窗显示「@注入到 AI」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233672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60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点击后自动关联到 AI 输入框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5010912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37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后续提问自动引用该上下文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1188720"/>
            <a:ext cx="374904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🛡️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29200" y="1280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三态审批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19659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ALWAYS / AUTO / NEVER 三态权限审批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2679192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606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高危命令触发审批弹窗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3456432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ALWAYS：本次允许并记忆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4233672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160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AUTO：本次自动允许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5010912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937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NEVER：本次拒绝并记忆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1188720"/>
            <a:ext cx="37490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832104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🔍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915400" y="1280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透明化面板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21040" y="19659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LLM 调用 Token 消耗实时可见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66760" y="26791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2606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AI 对话右侧展开 Token 面板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66760" y="345643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64108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显示 prompt/completion tokens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66760" y="423367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8641080" y="4160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显示 usedLogprobs 字段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66760" y="501091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8641080" y="4937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累计 Token + 估算成本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应急预案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网络断连 / 进程崩溃 / 超时 / LLM 不可用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749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网络断连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1234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API 调用超时 / SSH 断开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应对方案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切换到本地 ollama 离线兜底；SSH 自动重连 3 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备机已预置离线模式演示视频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51960" y="118872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188720"/>
            <a:ext cx="3749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进程崩溃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1234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/ Renderer / Sidecar 任一崩溃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34840" y="2377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应对方案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自动重启；Sidecar 进程隔离互不影响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30632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84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崩溃日志自动落盘 ~/.tdsf/logs/crash-*.json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38160" y="118872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188720"/>
            <a:ext cx="3749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9154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响应超时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881360" y="1234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30s 无响应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21040" y="2377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应对方案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2104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降级到单步计划模式；切换备用 Provider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21040" y="30632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2104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预录 CoT 静态展示备播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79476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794760"/>
            <a:ext cx="3749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430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不可用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10896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风险等级：中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4343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4572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Provider 不可用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4983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应对方案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PAOR 降级为单步计划；本地补全仍可用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" y="5669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5897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演示补全 + 拦截 + 日志分析 3 个非 LLM 功能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251960" y="379476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51960" y="3794760"/>
            <a:ext cx="3749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443484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0292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终端卡死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99516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风险等级：低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434840" y="4343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434840" y="4572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 通道阻塞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434840" y="4983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应对方案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43484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Reset 按钮；新建会话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434840" y="5669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434840" y="5897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保留终端历史日志可回看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138160" y="379476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38160" y="3794760"/>
            <a:ext cx="3749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832104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89154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文件保存失败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088136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风险等级：低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321040" y="4343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21040" y="4572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权限不足 / 磁盘满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321040" y="4983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应对方案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321040" y="5212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提示具体错误；自动备份到 ~/.tdsf/backup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321040" y="5669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321040" y="5897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本地副本可手动恢复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TDSF Linux Desktop Demo 演示流程</dc:title>
  <dc:subject>PptxGenJS Presentation</dc:subject>
  <dc:creator>TDSF Team</dc:creator>
  <cp:lastModifiedBy>TDSF Team</cp:lastModifiedBy>
  <cp:revision>1</cp:revision>
  <dcterms:created xsi:type="dcterms:W3CDTF">2026-07-25T07:13:29Z</dcterms:created>
  <dcterms:modified xsi:type="dcterms:W3CDTF">2026-07-25T07:13:29Z</dcterms:modified>
</cp:coreProperties>
</file>